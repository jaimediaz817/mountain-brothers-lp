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MOUNTAIN BROTHERS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Proyecto final de IA generativa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De tu primera caminata a tu primera cumbre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01/18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1. La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Crear un ecosistema digital de iniciación al trekking y preparación progresiva para la montaña.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Quindío → Cocora → Parque Los Nevados → alta montaña → Nevado del Tolima.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La IA no sería solo un generador: sería parte del producto, del contenido, del diseño y de la automatización.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02/18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2. Experiencia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01 DESCUBRE — ¿Qué es el trekking?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02 CONÓCETE — Test del aventurero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03 EMPIEZA — Primeras rutas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04 PREPÁRATE — Equipo, físico, altitud y seguridad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05 APRENDE — Guías, infografías y podcast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06 PLANIFICA — Ruta + checklist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07 DESAFÍO — Progresión hacia alta montaña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08 CUMBRE — Objetivo Nevado del Tolima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03/18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3. Arquitectura del ecosistema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KNOWLEDGE BASE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CONTENIDO IA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DISEÑO / UX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LANDING + MINIAPPS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AI GUIDE + PLANIFICADOR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AUTOMATIZACIÓN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EXPERIENCIA MOUNTAIN BROTHERS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04/18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4. Herramientas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Gemini — cerebro creativo, MiniApps y asistentes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ChatGPT — arquitectura, prompts, contenidos y vídeo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Qwen Studio — imágenes y asistentes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NotebookLM — base documental, podcast y exploración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Napkin AI — infografías y diagramas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Excalidraw — arquitectura y mapas conceptuales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Stitch — UI/UX y mockups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AI Studio — prototipo funcional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Google Flow — vídeo cinematográfico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Vibes — microvideos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Gamma / Manus / Genspark — presentaciones y contenidos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Apps Script —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05/18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5.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Crear documentación estructurada: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Identidad Mountain Brothers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Quindío y Valle de Cocora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Parque Los Nevados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Nevado del Tolima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Iniciación al trekking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Seguridad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Equipo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Preparación física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Altitud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Nutrición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Checklist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Rutas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Glosario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NotebookLM funcionará como capa de consulta y aprendizaje.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06/18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6. Landing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HERO — “No necesitas conquistar una montaña. Primero tienes que aprender a caminarla.”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Secciones: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Camino hacia la cumbre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Tipo de aventurero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Progreso personal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Preparación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Rutas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AI Guide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Podcast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Checklist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Cumbre Challenge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Diseño visual: naturaleza, aventura, Quindío, montaña y estética outdoor.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07/18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7. MiniApp: tu aventurero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Cuestionario sobre experiencia, actividad física, montaña, altitud, intereses y tiempo disponible.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Resultado recreativo/orientativo: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🟢 Explorador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🔵 Trekker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🟠 Montañista en formación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🔴 Aspirante a cumbre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No sustituye guía profesional, evaluación médica ni condiciones reales de montaña.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08/18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8. Mountain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Dashboard gamificado: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CONOCIMIENTO ███████░░░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CONDICIÓN FÍSICA ██████░░░░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EQUIPO ████████░░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EXPERIENCIA ████░░░░░░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ALTITUD ██░░░░░░░░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La idea es convertir el aprendizaje en progreso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09/18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9. Contenido multimedia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GOOGLE FLOW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Mini película: “El camino a la cumbre”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VIBES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Microvideos para redes: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3 cosas antes de tu primera caminata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Qué llevar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Trekking vs. senderismo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Por qué la montaña no se improvisa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NOTEBOOKLM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Podcast: episodios sobre trekking, equipo, altitud, seguridad y preparación.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10. Planificador de aventura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Entrada: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experiencia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duración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condición física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objetivo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Salida: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ruta orientativa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preparación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equipo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seguridad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entrenamiento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checklist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Objetivo: demostrar IA aplicada a una experiencia útil, no solo generación de contenido.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11. Automatización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Google Apps Script puede conectar el formulario con: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FORMULARIO → REGISTRO → PLAN → CHECKLIST → DOCUMENTO / CORREO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Esto demuestra que la IA puede integrarse con automatización y servicios reales.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12. Cumbre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Progresión conceptual: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🥾 Caminata básica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🌴 Cocora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⛰️ Desnivel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🌿 Páramo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🏔️ Alta montaña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❄️ OBJETIVO: NEVADO DEL TOLIMA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Cada etapa desbloquea conocimiento, experiencia, preparación y seguridad.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13. Plan de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SPRINT 1 — Concepto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SPRINT 2 — Knowledge Base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SPRINT 3 — Identidad visual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SPRINT 4 — UX + prototipo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SPRINT 5 — Multimedia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SPRINT 6 — Prototipo funcional + automatización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SPRINT 7 — Presentación final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Primero producto y MVP; después diseño y producción.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14. Cómo presentar 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No presentar: “hice una página web con IA”.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Presentar: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DEL PROMPT AL PRODUCTO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Problema → Idea → Investigación → IA → Diseño → Prototipo → Automatización → Resultado → Futuro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La demostración debe evidenciar cómo cada herramienta del curso aporta una pieza diferente.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15. MVP recomendado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Para no dispersarnos: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1. Landing funcional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2. Knowledge Base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3. Quiz del aventurero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4. Mountain AI Guide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5. Ruta de progresión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6. Checklist / planificador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7. Una infografía potente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8. Un vídeo principal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9. Podcast breve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10. Automatización simple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Todo lo demás queda como evolución.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16. Próximo paso —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Definir formalmente: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Propósito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Problema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Público objetivo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Propuesta de valor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Personalidad de marca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User journey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Funcionalidades MVP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Alcance y límites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Criterios de éxito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Después construiremos el Knowledge Base y la arquitectura del producto.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4637"/>
                </a:solidFill>
                <a:latin typeface="Aptos Display"/>
              </a:defRPr>
            </a:pPr>
            <a:r>
              <a:t>17. Principio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“No utilizar IA porque podemos.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Utilizar cada IA porque aporta algo.”</a:t>
            </a: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Mountain Brothers debe demostrar creatividad, criterio, integración de herramientas y una experiencia digital coherente.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MOUNTAIN BROTHERS  •  Proyecto final IA  •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